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6" r:id="rId2"/>
    <p:sldId id="261" r:id="rId3"/>
    <p:sldId id="262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961" r:id="rId12"/>
    <p:sldId id="414" r:id="rId13"/>
    <p:sldId id="2087" r:id="rId14"/>
    <p:sldId id="2997" r:id="rId15"/>
    <p:sldId id="2995" r:id="rId16"/>
    <p:sldId id="1106" r:id="rId17"/>
    <p:sldId id="2732" r:id="rId18"/>
    <p:sldId id="2665" r:id="rId19"/>
    <p:sldId id="413" r:id="rId20"/>
    <p:sldId id="425" r:id="rId21"/>
    <p:sldId id="42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71" autoAdjust="0"/>
    <p:restoredTop sz="82601" autoAdjust="0"/>
  </p:normalViewPr>
  <p:slideViewPr>
    <p:cSldViewPr snapToGrid="0">
      <p:cViewPr varScale="1">
        <p:scale>
          <a:sx n="31" d="100"/>
          <a:sy n="31" d="100"/>
        </p:scale>
        <p:origin x="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-133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0F9E8-C842-4A75-A352-93C318C84280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4FCC1-7A1E-47EA-A162-E06954C47C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04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4FCC1-7A1E-47EA-A162-E06954C47C8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9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64D86-151C-493A-9E0E-4E830A94F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4CB615-712E-4A02-BA65-4D51C18E5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0E655-0D4D-4533-ABB8-B7786993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57AFC-4772-4ED3-8719-96D500C0F9F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D485A-A53D-446B-8BAF-EC031F93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2AA7A-B2F1-43D1-BFAD-95BB6678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86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BDF0-EE93-4171-AF16-F5194F30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68000"/>
          </a:xfrm>
        </p:spPr>
        <p:txBody>
          <a:bodyPr>
            <a:normAutofit/>
          </a:bodyPr>
          <a:lstStyle>
            <a:lvl1pPr algn="ctr">
              <a:defRPr sz="54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964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/>
          <a:lstStyle>
            <a:lvl1pPr algn="ctr">
              <a:defRPr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6580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>
            <a:normAutofit/>
          </a:bodyPr>
          <a:lstStyle>
            <a:lvl1pPr algn="ctr">
              <a:defRPr sz="32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7966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2AFB8-77AC-43AE-B3DD-8AC2EFA7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1FFF8-94B5-40D9-A00C-BD07E835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B5337-D728-46D2-B4B1-62B610A20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57AFC-4772-4ED3-8719-96D500C0F9F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02AAA-36D1-4017-82AD-967E6F1C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15719-EA05-4113-BF6E-E0504D353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60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47831-8710-4E04-8433-13C70D63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사도신경</a:t>
            </a:r>
          </a:p>
        </p:txBody>
      </p:sp>
    </p:spTree>
    <p:extLst>
      <p:ext uri="{BB962C8B-B14F-4D97-AF65-F5344CB8AC3E}">
        <p14:creationId xmlns:p14="http://schemas.microsoft.com/office/powerpoint/2010/main" val="413752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나는 전능하신 아버지 하나님</a:t>
            </a:r>
            <a:r>
              <a:rPr lang="en-US" altLang="ko-KR" dirty="0">
                <a:effectLst/>
              </a:rPr>
              <a:t>,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천지의 창조주를 믿습니다</a:t>
            </a:r>
            <a:r>
              <a:rPr lang="en-US" altLang="ko-KR" dirty="0">
                <a:effectLst/>
              </a:rPr>
              <a:t>.</a:t>
            </a:r>
            <a:endParaRPr lang="ko-KR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14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나는 그의 유일하신 아들</a:t>
            </a:r>
            <a:r>
              <a:rPr lang="en-US" altLang="ko-KR" dirty="0">
                <a:effectLst/>
              </a:rPr>
              <a:t>,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우리 주 예수 그리스도를 믿습니다</a:t>
            </a:r>
            <a:r>
              <a:rPr lang="en-US" altLang="ko-KR" dirty="0">
                <a:effectLst/>
              </a:rPr>
              <a:t>.</a:t>
            </a:r>
            <a:endParaRPr lang="ko-KR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472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그는 성령으로 잉태되어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동정녀 마리아에게서 나시고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595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본디오</a:t>
            </a: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빌라도에게 고난을 받아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십자가에 못 박혀 죽으시고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967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장사된 지 사흘만에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죽은 자 가운데서 다시 살아나셨으며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16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하늘에 오르시어 전능하신 아버지 하나님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우편에 앉아 계시다가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01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거기로부터 살아있는 자와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죽은 자를 심판하러 오십니다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나는 성령을 믿으며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 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거룩한 공교회와 성도의 교제와</a:t>
            </a:r>
          </a:p>
        </p:txBody>
      </p:sp>
    </p:spTree>
    <p:extLst>
      <p:ext uri="{BB962C8B-B14F-4D97-AF65-F5344CB8AC3E}">
        <p14:creationId xmlns:p14="http://schemas.microsoft.com/office/powerpoint/2010/main" val="134602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죄를 용서 받는 것과 몸의 부활과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영생을 믿습니다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</a:t>
            </a: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아멘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86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A9D6-D3A0-E005-4969-16B48645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CB4EF-989B-5E81-3A0F-D9D0891D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찬양 </a:t>
            </a:r>
            <a:r>
              <a:rPr lang="en-US" altLang="ko-KR" sz="3600" dirty="0"/>
              <a:t>- </a:t>
            </a:r>
            <a:r>
              <a:rPr lang="ko-KR" altLang="en-US" sz="3600" dirty="0" err="1"/>
              <a:t>두레찬양팀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3687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/>
              <a:t>봉  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885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[</a:t>
            </a:r>
            <a:r>
              <a:rPr lang="ko-KR" altLang="en-US" sz="6000" dirty="0"/>
              <a:t>찬양</a:t>
            </a:r>
            <a:r>
              <a:rPr lang="en-US" altLang="ko-KR" sz="6000" dirty="0"/>
              <a:t>] </a:t>
            </a:r>
            <a:r>
              <a:rPr lang="ko-KR" altLang="en-US" sz="3600" dirty="0"/>
              <a:t>나의 모습 나의 소유 </a:t>
            </a:r>
            <a:r>
              <a:rPr lang="en-US" altLang="ko-KR" sz="3600" dirty="0"/>
              <a:t>- PPT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74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B676-FCA1-BB26-1358-92EB35BF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CE7EA-60BF-8E3F-7F9F-3FBDE965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/>
              <a:t>대표기도</a:t>
            </a:r>
            <a:r>
              <a:rPr lang="ko-KR" altLang="en-US" dirty="0"/>
              <a:t> </a:t>
            </a:r>
            <a:r>
              <a:rPr lang="ko-KR" altLang="en-US" sz="3600" dirty="0"/>
              <a:t> </a:t>
            </a:r>
            <a:r>
              <a:rPr lang="en-US" altLang="ko-KR" sz="3600" dirty="0"/>
              <a:t>{2</a:t>
            </a:r>
            <a:r>
              <a:rPr lang="ko-KR" altLang="en-US" sz="3600" dirty="0"/>
              <a:t>번</a:t>
            </a:r>
            <a:r>
              <a:rPr lang="en-US" altLang="ko-KR" sz="3600" dirty="0"/>
              <a:t>}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60195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2111-7A32-4712-CA94-2D91F2C9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4A88-513A-888D-438E-33C9E1E0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68000"/>
          </a:xfrm>
        </p:spPr>
        <p:txBody>
          <a:bodyPr/>
          <a:lstStyle/>
          <a:p>
            <a:r>
              <a:rPr lang="ko-KR" altLang="en-US" sz="6000" dirty="0" err="1"/>
              <a:t>성경봉독</a:t>
            </a:r>
            <a:r>
              <a:rPr lang="en-US" altLang="ko-KR" sz="3200" dirty="0"/>
              <a:t>({3</a:t>
            </a:r>
            <a:r>
              <a:rPr lang="ko-KR" altLang="en-US" sz="3200" dirty="0"/>
              <a:t>번</a:t>
            </a:r>
            <a:r>
              <a:rPr lang="en-US" altLang="ko-KR" sz="3200" dirty="0"/>
              <a:t>})</a:t>
            </a:r>
            <a:br>
              <a:rPr lang="en-US" altLang="ko-KR" sz="3200" dirty="0"/>
            </a:br>
            <a:r>
              <a:rPr lang="en-US" altLang="ko-KR" sz="3200" dirty="0"/>
              <a:t>{5</a:t>
            </a:r>
            <a:r>
              <a:rPr lang="ko-KR" altLang="en-US" sz="3200" dirty="0"/>
              <a:t>번</a:t>
            </a:r>
            <a:r>
              <a:rPr lang="en-US" altLang="ko-KR" sz="3200" dirty="0"/>
              <a:t>}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68678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3C290-63FC-4AB9-AF86-74287BA60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434905"/>
          </a:xfrm>
        </p:spPr>
        <p:txBody>
          <a:bodyPr>
            <a:normAutofit/>
          </a:bodyPr>
          <a:lstStyle/>
          <a:p>
            <a:r>
              <a:rPr lang="en-US" altLang="ko-KR" sz="4900" dirty="0"/>
              <a:t>[</a:t>
            </a:r>
            <a:r>
              <a:rPr lang="ko-KR" altLang="en-US" sz="4900" dirty="0"/>
              <a:t>말씀</a:t>
            </a:r>
            <a:r>
              <a:rPr lang="en-US" altLang="ko-KR" sz="5300" dirty="0"/>
              <a:t>]</a:t>
            </a:r>
            <a:r>
              <a:rPr lang="en-US" altLang="ko-KR" sz="4400" dirty="0"/>
              <a:t> </a:t>
            </a:r>
            <a:r>
              <a:rPr lang="en-US" altLang="ko-KR" sz="4000" dirty="0"/>
              <a:t>“{4</a:t>
            </a:r>
            <a:r>
              <a:rPr lang="ko-KR" altLang="en-US" sz="4000" dirty="0"/>
              <a:t>번</a:t>
            </a:r>
            <a:r>
              <a:rPr lang="en-US" altLang="ko-KR" sz="4000" dirty="0"/>
              <a:t>}”</a:t>
            </a:r>
            <a:br>
              <a:rPr lang="en-US" altLang="ko-KR" sz="4000" dirty="0"/>
            </a:br>
            <a:r>
              <a:rPr lang="en-US" altLang="ko-KR" sz="4400" dirty="0"/>
              <a:t>       {1</a:t>
            </a:r>
            <a:r>
              <a:rPr lang="ko-KR" altLang="en-US" sz="4400" dirty="0"/>
              <a:t>번</a:t>
            </a:r>
            <a:r>
              <a:rPr lang="en-US" altLang="ko-KR" sz="4400" dirty="0"/>
              <a:t>}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61065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찬송</a:t>
            </a:r>
            <a:r>
              <a:rPr lang="en-US" altLang="ko-KR" dirty="0"/>
              <a:t>]</a:t>
            </a:r>
            <a:r>
              <a:rPr lang="en-US" altLang="ko-KR" sz="3600" dirty="0"/>
              <a:t> {6</a:t>
            </a:r>
            <a:r>
              <a:rPr lang="ko-KR" altLang="en-US" sz="3600" dirty="0"/>
              <a:t>번</a:t>
            </a:r>
            <a:r>
              <a:rPr lang="en-US" altLang="ko-KR" sz="3600" dirty="0"/>
              <a:t>}- ppt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93857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282123F-54F9-4D5E-AE0D-4F7EE0A6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찬송가 </a:t>
            </a:r>
            <a:r>
              <a:rPr lang="en-US" altLang="ko-KR" dirty="0"/>
              <a:t>635</a:t>
            </a:r>
            <a:r>
              <a:rPr lang="ko-KR" altLang="en-US" dirty="0"/>
              <a:t>장</a:t>
            </a:r>
            <a:r>
              <a:rPr lang="en-US" altLang="ko-KR" dirty="0"/>
              <a:t>]   </a:t>
            </a:r>
            <a:r>
              <a:rPr lang="ko-KR" altLang="en-US" sz="3600" dirty="0"/>
              <a:t>주기도문 </a:t>
            </a:r>
            <a:r>
              <a:rPr lang="en-US" altLang="ko-KR" sz="3600" dirty="0"/>
              <a:t>- PPT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462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B4A9D-B387-4754-BCCE-71D171BF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찬양</a:t>
            </a:r>
            <a:r>
              <a:rPr lang="en-US" altLang="ko-KR" dirty="0"/>
              <a:t>]   </a:t>
            </a:r>
            <a:r>
              <a:rPr lang="ko-KR" altLang="en-US" dirty="0" err="1"/>
              <a:t>축복송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881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43984-BD89-4D6B-8B7F-DBE2A3A7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너는 시냇가에 심은 나무라 </a:t>
            </a:r>
            <a:br>
              <a:rPr lang="ko-KR" altLang="en-US" dirty="0"/>
            </a:br>
            <a:r>
              <a:rPr lang="ko-KR" altLang="en-US" dirty="0"/>
              <a:t>하나님의 사랑 안에 믿음뿌리 내리고</a:t>
            </a:r>
          </a:p>
        </p:txBody>
      </p:sp>
    </p:spTree>
    <p:extLst>
      <p:ext uri="{BB962C8B-B14F-4D97-AF65-F5344CB8AC3E}">
        <p14:creationId xmlns:p14="http://schemas.microsoft.com/office/powerpoint/2010/main" val="1991012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52175-58CB-4B6D-A230-BEB59421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주의 뜻대로 주의 뜻대로 항상 사세요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5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10026</TotalTime>
  <Words>171</Words>
  <Application>Microsoft Office PowerPoint</Application>
  <PresentationFormat>와이드스크린</PresentationFormat>
  <Paragraphs>22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12롯데마트드림Bold</vt:lpstr>
      <vt:lpstr>맑은 고딕</vt:lpstr>
      <vt:lpstr>Arial</vt:lpstr>
      <vt:lpstr>Office 테마</vt:lpstr>
      <vt:lpstr>사도신경</vt:lpstr>
      <vt:lpstr>나는 전능하신 아버지 하나님,  천지의 창조주를 믿습니다.</vt:lpstr>
      <vt:lpstr>나는 그의 유일하신 아들,  우리 주 예수 그리스도를 믿습니다.</vt:lpstr>
      <vt:lpstr>그는 성령으로 잉태되어  동정녀 마리아에게서 나시고,</vt:lpstr>
      <vt:lpstr>본디오 빌라도에게 고난을 받아  십자가에 못 박혀 죽으시고,</vt:lpstr>
      <vt:lpstr>장사된 지 사흘만에  죽은 자 가운데서 다시 살아나셨으며,</vt:lpstr>
      <vt:lpstr>하늘에 오르시어 전능하신 아버지 하나님 우편에 앉아 계시다가,</vt:lpstr>
      <vt:lpstr>거기로부터 살아있는 자와  죽은 자를 심판하러 오십니다.</vt:lpstr>
      <vt:lpstr>나는 성령을 믿으며,  거룩한 공교회와 성도의 교제와</vt:lpstr>
      <vt:lpstr>죄를 용서 받는 것과 몸의 부활과 영생을 믿습니다. 아멘.</vt:lpstr>
      <vt:lpstr>찬양 - 두레찬양팀</vt:lpstr>
      <vt:lpstr>봉  헌</vt:lpstr>
      <vt:lpstr>[찬양] 나의 모습 나의 소유 - PPT</vt:lpstr>
      <vt:lpstr>대표기도  {2번}</vt:lpstr>
      <vt:lpstr>성경봉독({3번}) {5번}</vt:lpstr>
      <vt:lpstr>[말씀] “{4번}”        {1번}</vt:lpstr>
      <vt:lpstr>[찬송] {6번}- ppt</vt:lpstr>
      <vt:lpstr>[찬송가 635장]   주기도문 - PPT</vt:lpstr>
      <vt:lpstr>[찬양]   축복송</vt:lpstr>
      <vt:lpstr>너는 시냇가에 심은 나무라  하나님의 사랑 안에 믿음뿌리 내리고</vt:lpstr>
      <vt:lpstr>주의 뜻대로 주의 뜻대로 항상 사세요.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Yongjin</dc:creator>
  <cp:lastModifiedBy>성민 김</cp:lastModifiedBy>
  <cp:revision>586</cp:revision>
  <dcterms:created xsi:type="dcterms:W3CDTF">2021-02-28T13:43:32Z</dcterms:created>
  <dcterms:modified xsi:type="dcterms:W3CDTF">2026-10-03T14:08:51Z</dcterms:modified>
</cp:coreProperties>
</file>