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181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22" autoAdjust="0"/>
    <p:restoredTop sz="94626"/>
  </p:normalViewPr>
  <p:slideViewPr>
    <p:cSldViewPr snapToGrid="0">
      <p:cViewPr varScale="1">
        <p:scale>
          <a:sx n="62" d="100"/>
          <a:sy n="62" d="100"/>
        </p:scale>
        <p:origin x="77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64D86-151C-493A-9E0E-4E830A94F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4CB615-712E-4A02-BA65-4D51C18E5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0E655-0D4D-4533-ABB8-B7786993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57AFC-4772-4ED3-8719-96D500C0F9FB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D485A-A53D-446B-8BAF-EC031F93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2AA7A-B2F1-43D1-BFAD-95BB6678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60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2BDF0-EE93-4171-AF16-F5194F30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68000"/>
          </a:xfrm>
        </p:spPr>
        <p:txBody>
          <a:bodyPr>
            <a:normAutofit/>
          </a:bodyPr>
          <a:lstStyle>
            <a:lvl1pPr algn="ctr">
              <a:defRPr sz="54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4386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/>
          <a:lstStyle>
            <a:lvl1pPr algn="ctr">
              <a:defRPr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5036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>
            <a:normAutofit/>
          </a:bodyPr>
          <a:lstStyle>
            <a:lvl1pPr algn="ctr">
              <a:defRPr sz="32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3728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02AFB8-77AC-43AE-B3DD-8AC2EFA7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31FFF8-94B5-40D9-A00C-BD07E835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B5337-D728-46D2-B4B1-62B610A20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57AFC-4772-4ED3-8719-96D500C0F9FB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02AAA-36D1-4017-82AD-967E6F1CC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715719-EA05-4113-BF6E-E0504D353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966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89E92B1-D123-3ADE-F3C0-5FABF1BAA6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34AD73-AB8F-4E66-B90F-B07298D7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24" y="1072251"/>
            <a:ext cx="10280152" cy="5300481"/>
          </a:xfrm>
        </p:spPr>
        <p:txBody>
          <a:bodyPr>
            <a:noAutofit/>
          </a:bodyPr>
          <a:lstStyle/>
          <a:p>
            <a:pPr algn="l"/>
            <a:r>
              <a:rPr lang="en-US" altLang="ko-KR" sz="4800" dirty="0"/>
              <a:t>(CONTENT)</a:t>
            </a:r>
            <a:endParaRPr lang="en-US" altLang="ko-KR" sz="48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023EF-FC50-7ED3-1637-94A45A079F06}"/>
              </a:ext>
            </a:extLst>
          </p:cNvPr>
          <p:cNvSpPr txBox="1"/>
          <p:nvPr/>
        </p:nvSpPr>
        <p:spPr>
          <a:xfrm>
            <a:off x="214312" y="486372"/>
            <a:ext cx="6700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(BOOK)</a:t>
            </a:r>
            <a:r>
              <a:rPr kumimoji="1" lang="ko-KR" altLang="en-US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 </a:t>
            </a:r>
            <a:r>
              <a:rPr kumimoji="1" lang="en-US" altLang="ko-KR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(CHAPTER)</a:t>
            </a:r>
            <a:r>
              <a:rPr kumimoji="1" lang="ko-KR" altLang="en-US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 </a:t>
            </a:r>
            <a:r>
              <a:rPr kumimoji="1" lang="en-US" altLang="ko-KR" sz="3200" b="1" dirty="0">
                <a:ln w="12700">
                  <a:solidFill>
                    <a:prstClr val="black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12롯데마트드림Bold" panose="02020603020101020101"/>
                <a:cs typeface="+mj-cs"/>
              </a:rPr>
              <a:t>(VERSE)</a:t>
            </a:r>
            <a:endParaRPr kumimoji="1" lang="ko-KR" alt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3205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38F96D-BD5B-4662-B689-539D9B6E1AAC}">
  <we:reference id="wa200010725" version="1.0.0.1" store="ko-KR" storeType="OMEX"/>
  <we:alternateReferences>
    <we:reference id="WA200010725" version="1.0.0.1" store="" storeType="OMEX"/>
  </we:alternateReferences>
  <we:properties>
    <we:property name="claude.fileId" value="&quot;af4de87a-b06a-4e66-8f5b-ea6005a6cd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1463</TotalTime>
  <Words>12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12롯데마트드림Bold</vt:lpstr>
      <vt:lpstr>나눔스퀘어라운드 Bold</vt:lpstr>
      <vt:lpstr>맑은 고딕</vt:lpstr>
      <vt:lpstr>Arial</vt:lpstr>
      <vt:lpstr>1_Office 테마</vt:lpstr>
      <vt:lpstr>(CONTENT)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[TITLE: ][CHAP::][PARA]</dc:title>
  <dc:creator>Yongjin Kim</dc:creator>
  <cp:lastModifiedBy>성민 김</cp:lastModifiedBy>
  <cp:revision>55</cp:revision>
  <dcterms:modified xsi:type="dcterms:W3CDTF">2026-06-08T03:31:43Z</dcterms:modified>
</cp:coreProperties>
</file>